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Times New Roman Bold" panose="02020803070505020304" pitchFamily="18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557762"/>
            <a:ext cx="18288007" cy="1571480"/>
            <a:chOff x="0" y="0"/>
            <a:chExt cx="4816595" cy="413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5" cy="413888"/>
            </a:xfrm>
            <a:custGeom>
              <a:avLst/>
              <a:gdLst/>
              <a:ahLst/>
              <a:cxnLst/>
              <a:rect l="l" t="t" r="r" b="b"/>
              <a:pathLst>
                <a:path w="4816595" h="413888">
                  <a:moveTo>
                    <a:pt x="0" y="0"/>
                  </a:moveTo>
                  <a:lnTo>
                    <a:pt x="4816595" y="0"/>
                  </a:lnTo>
                  <a:lnTo>
                    <a:pt x="4816595" y="413888"/>
                  </a:lnTo>
                  <a:lnTo>
                    <a:pt x="0" y="413888"/>
                  </a:lnTo>
                  <a:close/>
                </a:path>
              </a:pathLst>
            </a:custGeom>
            <a:solidFill>
              <a:srgbClr val="394C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5" cy="44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97775" y="1839727"/>
            <a:ext cx="8692451" cy="5572084"/>
          </a:xfrm>
          <a:custGeom>
            <a:avLst/>
            <a:gdLst/>
            <a:ahLst/>
            <a:cxnLst/>
            <a:rect l="l" t="t" r="r" b="b"/>
            <a:pathLst>
              <a:path w="8692451" h="5572084">
                <a:moveTo>
                  <a:pt x="0" y="0"/>
                </a:moveTo>
                <a:lnTo>
                  <a:pt x="8692450" y="0"/>
                </a:lnTo>
                <a:lnTo>
                  <a:pt x="8692450" y="5572084"/>
                </a:lnTo>
                <a:lnTo>
                  <a:pt x="0" y="5572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24761" y="-303905"/>
            <a:ext cx="15534539" cy="148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10"/>
              </a:lnSpc>
            </a:pPr>
            <a:r>
              <a:rPr lang="en-US" sz="9000" b="1" spc="-549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Ứng dụng quản lý cửa hàng xe máy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5060" y="8712736"/>
            <a:ext cx="12776790" cy="906906"/>
            <a:chOff x="0" y="0"/>
            <a:chExt cx="17035720" cy="1209208"/>
          </a:xfrm>
        </p:grpSpPr>
        <p:sp>
          <p:nvSpPr>
            <p:cNvPr id="8" name="TextBox 8"/>
            <p:cNvSpPr txBox="1"/>
            <p:nvPr/>
          </p:nvSpPr>
          <p:spPr>
            <a:xfrm>
              <a:off x="0" y="-13091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  <a:spcBef>
                  <a:spcPct val="0"/>
                </a:spcBef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Thành viên: DTH235690.Dương Nguyễn Ngọc Linh.DH24TH2_NhómTH02_TổTH02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38099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DTH235706.Đỗ Thị Kim Ngọc.DH24TH2_NhómTH02_TổTH02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00315" y="9177512"/>
            <a:ext cx="4787685" cy="885843"/>
            <a:chOff x="0" y="0"/>
            <a:chExt cx="6383581" cy="118112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22851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</a:pPr>
              <a:r>
                <a:rPr lang="en-US" sz="2635" spc="-131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Nguyễn Ngọc Minh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3228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  <a:spcBef>
                  <a:spcPct val="0"/>
                </a:spcBef>
              </a:pPr>
              <a:r>
                <a:rPr lang="en-US" sz="2635" b="1" spc="-131">
                  <a:solidFill>
                    <a:srgbClr val="FAEFE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GVBM: </a:t>
              </a:r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37842"/>
            <a:ext cx="18288007" cy="1571480"/>
            <a:chOff x="0" y="0"/>
            <a:chExt cx="4816595" cy="413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5" cy="413888"/>
            </a:xfrm>
            <a:custGeom>
              <a:avLst/>
              <a:gdLst/>
              <a:ahLst/>
              <a:cxnLst/>
              <a:rect l="l" t="t" r="r" b="b"/>
              <a:pathLst>
                <a:path w="4816595" h="413888">
                  <a:moveTo>
                    <a:pt x="0" y="0"/>
                  </a:moveTo>
                  <a:lnTo>
                    <a:pt x="4816595" y="0"/>
                  </a:lnTo>
                  <a:lnTo>
                    <a:pt x="4816595" y="413888"/>
                  </a:lnTo>
                  <a:lnTo>
                    <a:pt x="0" y="413888"/>
                  </a:lnTo>
                  <a:close/>
                </a:path>
              </a:pathLst>
            </a:custGeom>
            <a:solidFill>
              <a:srgbClr val="394C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5" cy="44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43935" y="1189407"/>
            <a:ext cx="8800137" cy="7548436"/>
          </a:xfrm>
          <a:custGeom>
            <a:avLst/>
            <a:gdLst/>
            <a:ahLst/>
            <a:cxnLst/>
            <a:rect l="l" t="t" r="r" b="b"/>
            <a:pathLst>
              <a:path w="8800137" h="7548436">
                <a:moveTo>
                  <a:pt x="0" y="0"/>
                </a:moveTo>
                <a:lnTo>
                  <a:pt x="8800137" y="0"/>
                </a:lnTo>
                <a:lnTo>
                  <a:pt x="8800137" y="7548435"/>
                </a:lnTo>
                <a:lnTo>
                  <a:pt x="0" y="7548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02" r="-599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24761" y="-123825"/>
            <a:ext cx="15534539" cy="148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10"/>
              </a:lnSpc>
            </a:pPr>
            <a:r>
              <a:rPr lang="en-US" sz="9000" b="1" spc="-549" dirty="0" err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Ứng</a:t>
            </a:r>
            <a:r>
              <a:rPr lang="en-US" sz="9000" b="1" spc="-549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000" b="1" spc="-549" dirty="0" err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dụng</a:t>
            </a:r>
            <a:r>
              <a:rPr lang="en-US" sz="9000" b="1" spc="-549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000" b="1" spc="-549" dirty="0" err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quản</a:t>
            </a:r>
            <a:r>
              <a:rPr lang="en-US" sz="9000" b="1" spc="-549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000" b="1" spc="-549" dirty="0" err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lý</a:t>
            </a:r>
            <a:r>
              <a:rPr lang="en-US" sz="9000" b="1" spc="-549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000" b="1" spc="-549" dirty="0" err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cửa</a:t>
            </a:r>
            <a:r>
              <a:rPr lang="en-US" sz="9000" b="1" spc="-549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000" b="1" spc="-549" dirty="0" err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hàng</a:t>
            </a:r>
            <a:r>
              <a:rPr lang="en-US" sz="9000" b="1" spc="-549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000" b="1" spc="-549" dirty="0" err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xe</a:t>
            </a:r>
            <a:r>
              <a:rPr lang="en-US" sz="9000" b="1" spc="-549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000" b="1" spc="-549" dirty="0" err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máy</a:t>
            </a:r>
            <a:endParaRPr lang="en-US" sz="9000" b="1" spc="-549" dirty="0">
              <a:solidFill>
                <a:srgbClr val="004AA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5060" y="8892817"/>
            <a:ext cx="12776790" cy="906906"/>
            <a:chOff x="0" y="0"/>
            <a:chExt cx="17035720" cy="1209208"/>
          </a:xfrm>
        </p:grpSpPr>
        <p:sp>
          <p:nvSpPr>
            <p:cNvPr id="8" name="TextBox 8"/>
            <p:cNvSpPr txBox="1"/>
            <p:nvPr/>
          </p:nvSpPr>
          <p:spPr>
            <a:xfrm>
              <a:off x="0" y="-13091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  <a:spcBef>
                  <a:spcPct val="0"/>
                </a:spcBef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Thành viên: DTH235690.Dương Nguyễn Ngọc Linh.DH24TH2_NhómTH02_TổTH02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38099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DTH235706.Đỗ Thị Kim Ngọc.DH24TH2_NhómTH02_TổTH01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00315" y="9357592"/>
            <a:ext cx="4787685" cy="885843"/>
            <a:chOff x="0" y="0"/>
            <a:chExt cx="6383581" cy="118112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22851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</a:pPr>
              <a:r>
                <a:rPr lang="en-US" sz="2635" spc="-131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Nguyễn Ngọc Minh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3228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  <a:spcBef>
                  <a:spcPct val="0"/>
                </a:spcBef>
              </a:pPr>
              <a:r>
                <a:rPr lang="en-US" sz="2635" b="1" spc="-131">
                  <a:solidFill>
                    <a:srgbClr val="FAEFE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GVBM: 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37842"/>
            <a:ext cx="18288007" cy="1571480"/>
            <a:chOff x="0" y="0"/>
            <a:chExt cx="4816595" cy="413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5" cy="413888"/>
            </a:xfrm>
            <a:custGeom>
              <a:avLst/>
              <a:gdLst/>
              <a:ahLst/>
              <a:cxnLst/>
              <a:rect l="l" t="t" r="r" b="b"/>
              <a:pathLst>
                <a:path w="4816595" h="413888">
                  <a:moveTo>
                    <a:pt x="0" y="0"/>
                  </a:moveTo>
                  <a:lnTo>
                    <a:pt x="4816595" y="0"/>
                  </a:lnTo>
                  <a:lnTo>
                    <a:pt x="4816595" y="413888"/>
                  </a:lnTo>
                  <a:lnTo>
                    <a:pt x="0" y="413888"/>
                  </a:lnTo>
                  <a:close/>
                </a:path>
              </a:pathLst>
            </a:custGeom>
            <a:solidFill>
              <a:srgbClr val="394C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5" cy="44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026611" y="1028700"/>
            <a:ext cx="12234785" cy="7509099"/>
          </a:xfrm>
          <a:custGeom>
            <a:avLst/>
            <a:gdLst/>
            <a:ahLst/>
            <a:cxnLst/>
            <a:rect l="l" t="t" r="r" b="b"/>
            <a:pathLst>
              <a:path w="12234785" h="7509099">
                <a:moveTo>
                  <a:pt x="0" y="0"/>
                </a:moveTo>
                <a:lnTo>
                  <a:pt x="12234785" y="0"/>
                </a:lnTo>
                <a:lnTo>
                  <a:pt x="12234785" y="7509099"/>
                </a:lnTo>
                <a:lnTo>
                  <a:pt x="0" y="7509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042762" y="-104775"/>
            <a:ext cx="8202483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20"/>
              </a:lnSpc>
            </a:pPr>
            <a:r>
              <a:rPr lang="en-US" sz="8000" b="1" spc="-488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QUẢN LÝ XE MÁY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5060" y="8892817"/>
            <a:ext cx="12776790" cy="906906"/>
            <a:chOff x="0" y="0"/>
            <a:chExt cx="17035720" cy="1209208"/>
          </a:xfrm>
        </p:grpSpPr>
        <p:sp>
          <p:nvSpPr>
            <p:cNvPr id="8" name="TextBox 8"/>
            <p:cNvSpPr txBox="1"/>
            <p:nvPr/>
          </p:nvSpPr>
          <p:spPr>
            <a:xfrm>
              <a:off x="0" y="-13091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  <a:spcBef>
                  <a:spcPct val="0"/>
                </a:spcBef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Thành viên: DTH235690.Dương Nguyễn Ngọc Linh.DH24TH2_NhómTH02_TổTH02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38099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DTH235706.Đỗ Thị Kim Ngọc.DH24TH2_NhómTH02_TổTH02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00315" y="9357592"/>
            <a:ext cx="4787685" cy="885843"/>
            <a:chOff x="0" y="0"/>
            <a:chExt cx="6383581" cy="118112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22851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</a:pPr>
              <a:r>
                <a:rPr lang="en-US" sz="2635" spc="-131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Nguyễn Ngọc Minh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3228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  <a:spcBef>
                  <a:spcPct val="0"/>
                </a:spcBef>
              </a:pPr>
              <a:r>
                <a:rPr lang="en-US" sz="2635" b="1" spc="-131">
                  <a:solidFill>
                    <a:srgbClr val="FAEFE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GVBM: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37842"/>
            <a:ext cx="18288007" cy="1571480"/>
            <a:chOff x="0" y="0"/>
            <a:chExt cx="4816595" cy="413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5" cy="413888"/>
            </a:xfrm>
            <a:custGeom>
              <a:avLst/>
              <a:gdLst/>
              <a:ahLst/>
              <a:cxnLst/>
              <a:rect l="l" t="t" r="r" b="b"/>
              <a:pathLst>
                <a:path w="4816595" h="413888">
                  <a:moveTo>
                    <a:pt x="0" y="0"/>
                  </a:moveTo>
                  <a:lnTo>
                    <a:pt x="4816595" y="0"/>
                  </a:lnTo>
                  <a:lnTo>
                    <a:pt x="4816595" y="413888"/>
                  </a:lnTo>
                  <a:lnTo>
                    <a:pt x="0" y="413888"/>
                  </a:lnTo>
                  <a:close/>
                </a:path>
              </a:pathLst>
            </a:custGeom>
            <a:solidFill>
              <a:srgbClr val="394C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5" cy="44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2766" y="1111250"/>
            <a:ext cx="15022468" cy="7323453"/>
          </a:xfrm>
          <a:custGeom>
            <a:avLst/>
            <a:gdLst/>
            <a:ahLst/>
            <a:cxnLst/>
            <a:rect l="l" t="t" r="r" b="b"/>
            <a:pathLst>
              <a:path w="15022468" h="7323453">
                <a:moveTo>
                  <a:pt x="0" y="0"/>
                </a:moveTo>
                <a:lnTo>
                  <a:pt x="15022468" y="0"/>
                </a:lnTo>
                <a:lnTo>
                  <a:pt x="15022468" y="7323453"/>
                </a:lnTo>
                <a:lnTo>
                  <a:pt x="0" y="7323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37474" y="114300"/>
            <a:ext cx="10613059" cy="210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b="1" spc="-60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QUẢN</a:t>
            </a:r>
            <a:r>
              <a:rPr lang="en-US" sz="8000" b="1" u="none" spc="-60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LÝ NHÂN VIÊN</a:t>
            </a: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sz="8000" b="1" u="none" spc="-600">
              <a:solidFill>
                <a:srgbClr val="004AA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5060" y="8892817"/>
            <a:ext cx="12776790" cy="906906"/>
            <a:chOff x="0" y="0"/>
            <a:chExt cx="17035720" cy="1209208"/>
          </a:xfrm>
        </p:grpSpPr>
        <p:sp>
          <p:nvSpPr>
            <p:cNvPr id="8" name="TextBox 8"/>
            <p:cNvSpPr txBox="1"/>
            <p:nvPr/>
          </p:nvSpPr>
          <p:spPr>
            <a:xfrm>
              <a:off x="0" y="-13091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  <a:spcBef>
                  <a:spcPct val="0"/>
                </a:spcBef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Thành viên: DTH235690.Dương Nguyễn Ngọc Linh.DH24TH2_NhómTH02_TổTH02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38099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DTH235706.Đỗ Thị Kim Ngọc.DH24TH2_NhómTH02_TổTH02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00315" y="9357592"/>
            <a:ext cx="4787685" cy="885843"/>
            <a:chOff x="0" y="0"/>
            <a:chExt cx="6383581" cy="118112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22851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</a:pPr>
              <a:r>
                <a:rPr lang="en-US" sz="2635" spc="-131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Nguyễn Ngọc Minh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3228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  <a:spcBef>
                  <a:spcPct val="0"/>
                </a:spcBef>
              </a:pPr>
              <a:r>
                <a:rPr lang="en-US" sz="2635" b="1" spc="-131">
                  <a:solidFill>
                    <a:srgbClr val="FAEFE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GVBM: </a:t>
              </a:r>
            </a:p>
          </p:txBody>
        </p:sp>
      </p:grp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37842"/>
            <a:ext cx="18288007" cy="1571480"/>
            <a:chOff x="0" y="0"/>
            <a:chExt cx="4816595" cy="413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5" cy="413888"/>
            </a:xfrm>
            <a:custGeom>
              <a:avLst/>
              <a:gdLst/>
              <a:ahLst/>
              <a:cxnLst/>
              <a:rect l="l" t="t" r="r" b="b"/>
              <a:pathLst>
                <a:path w="4816595" h="413888">
                  <a:moveTo>
                    <a:pt x="0" y="0"/>
                  </a:moveTo>
                  <a:lnTo>
                    <a:pt x="4816595" y="0"/>
                  </a:lnTo>
                  <a:lnTo>
                    <a:pt x="4816595" y="413888"/>
                  </a:lnTo>
                  <a:lnTo>
                    <a:pt x="0" y="413888"/>
                  </a:lnTo>
                  <a:close/>
                </a:path>
              </a:pathLst>
            </a:custGeom>
            <a:solidFill>
              <a:srgbClr val="394C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5" cy="44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100944" y="1278059"/>
            <a:ext cx="14086112" cy="7395209"/>
          </a:xfrm>
          <a:custGeom>
            <a:avLst/>
            <a:gdLst/>
            <a:ahLst/>
            <a:cxnLst/>
            <a:rect l="l" t="t" r="r" b="b"/>
            <a:pathLst>
              <a:path w="14086112" h="7395209">
                <a:moveTo>
                  <a:pt x="0" y="0"/>
                </a:moveTo>
                <a:lnTo>
                  <a:pt x="14086112" y="0"/>
                </a:lnTo>
                <a:lnTo>
                  <a:pt x="14086112" y="7395209"/>
                </a:lnTo>
                <a:lnTo>
                  <a:pt x="0" y="7395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88274" y="-104775"/>
            <a:ext cx="11511459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20"/>
              </a:lnSpc>
            </a:pPr>
            <a:r>
              <a:rPr lang="en-US" sz="8000" b="1" spc="-488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QUẢN LÝ KHÁCH HÀNG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5060" y="8892817"/>
            <a:ext cx="12776790" cy="906906"/>
            <a:chOff x="0" y="0"/>
            <a:chExt cx="17035720" cy="1209208"/>
          </a:xfrm>
        </p:grpSpPr>
        <p:sp>
          <p:nvSpPr>
            <p:cNvPr id="8" name="TextBox 8"/>
            <p:cNvSpPr txBox="1"/>
            <p:nvPr/>
          </p:nvSpPr>
          <p:spPr>
            <a:xfrm>
              <a:off x="0" y="-13091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  <a:spcBef>
                  <a:spcPct val="0"/>
                </a:spcBef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Thành viên: DTH235690.Dương Nguyễn Ngọc Linh.DH24TH2_NhómTH02_TổTH02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38099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DTH235706.Đỗ Thị Kim Ngọc.DH24TH2_NhómTH02_TổTH02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00315" y="9357592"/>
            <a:ext cx="4787685" cy="885843"/>
            <a:chOff x="0" y="0"/>
            <a:chExt cx="6383581" cy="118112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22851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</a:pPr>
              <a:r>
                <a:rPr lang="en-US" sz="2635" spc="-131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Nguyễn Ngọc Minh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3228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  <a:spcBef>
                  <a:spcPct val="0"/>
                </a:spcBef>
              </a:pPr>
              <a:r>
                <a:rPr lang="en-US" sz="2635" b="1" spc="-131">
                  <a:solidFill>
                    <a:srgbClr val="FAEFE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GVBM: </a:t>
              </a:r>
            </a:p>
          </p:txBody>
        </p:sp>
      </p:grp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37842"/>
            <a:ext cx="18288007" cy="1571480"/>
            <a:chOff x="0" y="0"/>
            <a:chExt cx="4816595" cy="413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5" cy="413888"/>
            </a:xfrm>
            <a:custGeom>
              <a:avLst/>
              <a:gdLst/>
              <a:ahLst/>
              <a:cxnLst/>
              <a:rect l="l" t="t" r="r" b="b"/>
              <a:pathLst>
                <a:path w="4816595" h="413888">
                  <a:moveTo>
                    <a:pt x="0" y="0"/>
                  </a:moveTo>
                  <a:lnTo>
                    <a:pt x="4816595" y="0"/>
                  </a:lnTo>
                  <a:lnTo>
                    <a:pt x="4816595" y="413888"/>
                  </a:lnTo>
                  <a:lnTo>
                    <a:pt x="0" y="413888"/>
                  </a:lnTo>
                  <a:close/>
                </a:path>
              </a:pathLst>
            </a:custGeom>
            <a:solidFill>
              <a:srgbClr val="394C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5" cy="44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06932" y="1028700"/>
            <a:ext cx="13674144" cy="7606243"/>
          </a:xfrm>
          <a:custGeom>
            <a:avLst/>
            <a:gdLst/>
            <a:ahLst/>
            <a:cxnLst/>
            <a:rect l="l" t="t" r="r" b="b"/>
            <a:pathLst>
              <a:path w="13674144" h="7606243">
                <a:moveTo>
                  <a:pt x="0" y="0"/>
                </a:moveTo>
                <a:lnTo>
                  <a:pt x="13674144" y="0"/>
                </a:lnTo>
                <a:lnTo>
                  <a:pt x="13674144" y="7606243"/>
                </a:lnTo>
                <a:lnTo>
                  <a:pt x="0" y="7606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648833" y="-104775"/>
            <a:ext cx="8990335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20"/>
              </a:lnSpc>
            </a:pPr>
            <a:r>
              <a:rPr lang="en-US" sz="8000" b="1" spc="-488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QUẢN LÝ HÓA ĐƠN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5060" y="8892817"/>
            <a:ext cx="12776790" cy="906906"/>
            <a:chOff x="0" y="0"/>
            <a:chExt cx="17035720" cy="1209208"/>
          </a:xfrm>
        </p:grpSpPr>
        <p:sp>
          <p:nvSpPr>
            <p:cNvPr id="8" name="TextBox 8"/>
            <p:cNvSpPr txBox="1"/>
            <p:nvPr/>
          </p:nvSpPr>
          <p:spPr>
            <a:xfrm>
              <a:off x="0" y="-13091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  <a:spcBef>
                  <a:spcPct val="0"/>
                </a:spcBef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Thành viên: DTH235690.Dương Nguyễn Ngọc Linh.DH24TH2_NhómTH02_TổTH02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38099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DTH235706.Đỗ Thị Kim Ngọc.DH24TH2_NhómTH02_TổTH02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00315" y="9357592"/>
            <a:ext cx="4787685" cy="885843"/>
            <a:chOff x="0" y="0"/>
            <a:chExt cx="6383581" cy="118112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22851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</a:pPr>
              <a:r>
                <a:rPr lang="en-US" sz="2635" spc="-131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Nguyễn Ngọc Minh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3228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  <a:spcBef>
                  <a:spcPct val="0"/>
                </a:spcBef>
              </a:pPr>
              <a:r>
                <a:rPr lang="en-US" sz="2635" b="1" spc="-131">
                  <a:solidFill>
                    <a:srgbClr val="FAEFE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GVBM: </a:t>
              </a:r>
            </a:p>
          </p:txBody>
        </p:sp>
      </p:grp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37842"/>
            <a:ext cx="18288007" cy="1571480"/>
            <a:chOff x="0" y="0"/>
            <a:chExt cx="4816595" cy="413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5" cy="413888"/>
            </a:xfrm>
            <a:custGeom>
              <a:avLst/>
              <a:gdLst/>
              <a:ahLst/>
              <a:cxnLst/>
              <a:rect l="l" t="t" r="r" b="b"/>
              <a:pathLst>
                <a:path w="4816595" h="413888">
                  <a:moveTo>
                    <a:pt x="0" y="0"/>
                  </a:moveTo>
                  <a:lnTo>
                    <a:pt x="4816595" y="0"/>
                  </a:lnTo>
                  <a:lnTo>
                    <a:pt x="4816595" y="413888"/>
                  </a:lnTo>
                  <a:lnTo>
                    <a:pt x="0" y="413888"/>
                  </a:lnTo>
                  <a:close/>
                </a:path>
              </a:pathLst>
            </a:custGeom>
            <a:solidFill>
              <a:srgbClr val="394C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5" cy="44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83063" y="1213485"/>
            <a:ext cx="14521881" cy="7315398"/>
          </a:xfrm>
          <a:custGeom>
            <a:avLst/>
            <a:gdLst/>
            <a:ahLst/>
            <a:cxnLst/>
            <a:rect l="l" t="t" r="r" b="b"/>
            <a:pathLst>
              <a:path w="14521881" h="7315398">
                <a:moveTo>
                  <a:pt x="0" y="0"/>
                </a:moveTo>
                <a:lnTo>
                  <a:pt x="14521881" y="0"/>
                </a:lnTo>
                <a:lnTo>
                  <a:pt x="14521881" y="7315397"/>
                </a:lnTo>
                <a:lnTo>
                  <a:pt x="0" y="7315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92573" y="-104775"/>
            <a:ext cx="13502861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20"/>
              </a:lnSpc>
            </a:pPr>
            <a:r>
              <a:rPr lang="en-US" sz="8000" b="1" spc="-488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QUẢN LÝ CHI TIẾT HÓA ĐƠN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5060" y="8892817"/>
            <a:ext cx="12776790" cy="906906"/>
            <a:chOff x="0" y="0"/>
            <a:chExt cx="17035720" cy="1209208"/>
          </a:xfrm>
        </p:grpSpPr>
        <p:sp>
          <p:nvSpPr>
            <p:cNvPr id="8" name="TextBox 8"/>
            <p:cNvSpPr txBox="1"/>
            <p:nvPr/>
          </p:nvSpPr>
          <p:spPr>
            <a:xfrm>
              <a:off x="0" y="-13091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  <a:spcBef>
                  <a:spcPct val="0"/>
                </a:spcBef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Thành viên: DTH235690.Dương Nguyễn Ngọc Linh.DH24TH2_NhómTH02_TổTH02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38099"/>
              <a:ext cx="17035720" cy="56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7"/>
                </a:lnSpc>
              </a:pPr>
              <a:r>
                <a:rPr lang="en-US" sz="2697" spc="-134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DTH235706.Đỗ Thị Kim Ngọc.DH24TH2_NhómTH02_TổTH02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00315" y="9357592"/>
            <a:ext cx="4787685" cy="885843"/>
            <a:chOff x="0" y="0"/>
            <a:chExt cx="6383581" cy="118112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22851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</a:pPr>
              <a:r>
                <a:rPr lang="en-US" sz="2635" spc="-131">
                  <a:solidFill>
                    <a:srgbClr val="FAEFE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Nguyễn Ngọc Minh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3228"/>
              <a:ext cx="6383581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63"/>
                </a:lnSpc>
                <a:spcBef>
                  <a:spcPct val="0"/>
                </a:spcBef>
              </a:pPr>
              <a:r>
                <a:rPr lang="en-US" sz="2635" b="1" spc="-131">
                  <a:solidFill>
                    <a:srgbClr val="FAEFE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GVBM: </a:t>
              </a:r>
            </a:p>
          </p:txBody>
        </p:sp>
      </p:grp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269</Words>
  <Application>Microsoft Office PowerPoint</Application>
  <PresentationFormat>Custom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Times New Roman Bold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thuyết trình Doanh nghiệp Kế hoạch Triển khai Dự án Màu Đen Màu Kem Màu Be Phong cách Hiện đại &amp; Ấm áp</dc:title>
  <dc:creator>Linh Duong</dc:creator>
  <cp:lastModifiedBy>Linh Duong</cp:lastModifiedBy>
  <cp:revision>3</cp:revision>
  <dcterms:created xsi:type="dcterms:W3CDTF">2006-08-16T00:00:00Z</dcterms:created>
  <dcterms:modified xsi:type="dcterms:W3CDTF">2025-11-26T18:39:11Z</dcterms:modified>
  <dc:identifier>DAG5zKru2V8</dc:identifier>
</cp:coreProperties>
</file>